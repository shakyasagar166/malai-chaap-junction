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6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✦ ⭐ 4.4 (1.2K Reviews) • ₹200–₹1,000 • 100% PURE VEGETARIAN ROOFTOP &amp; LOUNGE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Vinayaka Restaurant</a:t>
            </a:r>
          </a:p>
          <a:p>
            <a:pPr algn="ctr">
              <a:spcBef>
                <a:spcPts val="300"/>
              </a:spcBef>
              <a:defRPr sz="2400" b="1">
                <a:solidFill>
                  <a:srgbClr val="F59E0B"/>
                </a:solidFill>
              </a:defRPr>
            </a:pPr>
            <a:r>
              <a:t>(Rooftop &amp; Lounge)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DE68A"/>
                </a:solidFill>
              </a:defRPr>
            </a:pPr>
            <a:r>
              <a:t>Smart QR Dine-In Ordering • Waiter Salary Savings • Kitchen Bell Chime • Daily Hisaab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657600"/>
            <a:ext cx="3200400" cy="123444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7490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💰 Waiter Salary Bachat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1 Waiter ka kharcha kam (Har mahine ₹12,000+ bachat)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3200400" cy="123444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7490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🛡️ 2-Step Seat Verify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Fake/Ghar baithe order se 100% bachat, zero khana barbad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657600"/>
            <a:ext cx="3200400" cy="123444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74904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20 Min Fast Table Turnover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Rush hour me table jaldi khali, zyada grahak, zyada kamai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5780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CA3AF"/>
                </a:solidFill>
              </a:defRPr>
            </a:pPr>
            <a:r>
              <a:t>Specially Prepared for Restaurant Owner • Vinayaka Restaurant (Rooftop &amp; Lounge) Management Team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Traditional Paper Menu Ki Musibatein vs Smart QR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A0F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Offline Restaurant Ki 5 Badi Dikkatain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Extra Waiter Ka Bada Kharcha: Rush hour sambhalne ke liye 2-3 extra waiter rakhne padte hain (₹12,000/waiter salary).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Menu Gande &amp; Reprint Ka Kharcha: Gravy/tel se menu kharab hota hai. Rate badle to ₹3,000-₹5,000 printing lagti hai.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Order Likhne Me Waiter Ki Galti: Half ki jagah Full likh diya ya mirch ka dhyan nahi diya - khana barbad!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Rush Me Table Ghanton Block Rehna: Menu lane, sochne aur order lene me 20 minute waste hote hain.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Grahakon Ka Koi Data Nahi: Jo family khakar gayi, unka koi phone number nahi rehta (repeat marketing impossible).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✅ Vinayaka Restaurant Smart QR Ke Fayde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1 Waiter Handles 10 Tables: Customer khud mobile se photos dekhkar order karta hai. Extra waiter hire nahi karna padega!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₹0 Zero Menu Reprint Kharcha: Rate badha, mobile se 5 second me update karo. Sabhi QR standees par live!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100% Exact Order Kitchen Me: Customer ka portion aur chef instruction seedha kitchen display par jata hai.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20 Minute Fast Table Turnover: Customer baithte hi 3 minute me order karta hai. Rooftop table jaldi khali hogi, zyada customer baithenge!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Customer Mobile Directory: Har customer ka phone number auto-save hota hai. Holi, Diwali par WhatsApp offer bhejo!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Ka Asli Hisaab: Har Mahine ₹45,000+ Ki Seedhi Bachat!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🧑‍🍳 Waiter Salary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₹12,000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extra waiter/helper ki salary aur khana-peena bachega kyunki customer khud scan karke order karega.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📜 Menu Reprinting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₹3,000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Gande menu badalna ya rate change par nayi printing ka kharcha permanently ₹0 ho jayega.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Fast Table Turnover Kamai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₹30,000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Rush hour me har rooftop table 20 minute jaldi khali hogi. Roz 2-3 extra families baithne se daily ₹1,000-₹1,500 extra bachega.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🛡️ Order Mistake Wastage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₹4,000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Waiter ki likhne ki galti khatam. Customer wahi payega jo usne khud select kiya hai.</a:t>
            </a:r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Ka Sabse Bada Darr Solve: 'Ghar Baithe Fake Order Ka Ilaaj'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🛡️ 2-Step Table Seat Verification System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Agar koi shaitani customer QR code ki photo khinch kar ghar chala jaye aur wahan se prank order kare, to Vinayaka Restaurant (Rooftop &amp; Lounge) ko 1 rupaye ka bhi nuksan nahi hoga! Jab tak restaurant ka staff table par customer ko dekhkar 1-Click 'Table par baithe hain' nahi karega, tab tak kitchen me khana banna shuru hi nahi hoga!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1: Order Alert Aaya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Mobile par ghanti baji: 'Table 4 par Vinayaka Special Dal Makhani / Paneer order hua'. Admin screen par golden alert aaya.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2: Table Check Kiya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Staff ne Table 4 (Rooftop/Lounge) par dekha ki family/customer physically baitha hai ya nahi.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3: 1-Click Action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Customer baitha hai to 'Table par baithe hain (Accept)' dabao. Agar table khali hai to 'Reject (Fake Order)' dabao!</a:t>
            </a:r>
          </a:p>
        </p:txBody>
      </p:sp>
    </p:spTree>
  </p:cSld>
  <p:clrMapOvr>
    <a:masterClrMapping/>
  </p:clrMapOvr>
  <p:transition spd="med">
    <p:split orient="horz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Kitchen Dining Bell: 'Ding-Dong ... Ding-Dong' Live Chime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🔔 Noisy Kitchen Me Bhi Awaaz Saaf Aayegi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Authentic Brass Desk Bell: Luxury hotel counter jaisi 2-cycle 'Ding-Dong ... Ding-Dong' chime bajti hai.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Multi-Device Polling Engine: Customer rooftop table se order kare, counter ke laptop/phone par turant ghanti bajegi.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Mobile Vibration Alert: Kitchen chef ya counter staff ke pocket me phone vibrate bhi hota hai taaki koi order miss na ho.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One-Click Test Bell Button: Admin screen par 'Test Bell 🛎️' button diya hai, kabhi bhi sound test kar sakte 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⏰ Accurate Indian Time (IST) &amp; Instant Delete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Exact Indian Local Time (12-Hr): Order par 'Time: 08:35 PM' exact dikhega, koi UTC/foreign timezone lag nahi.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Live Elapsed Timer: Har card par dikhta hai: '2 min pehle', '5 min pehle' - staff ko pata rehta hai kis table ko pehle khana dena hai.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Permanent Delete Option (🗑️): Koi cancelled ya test order ho, card ke upar 1 click me permanently delete ho jata hai bina kisi delay ke.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Live Status Tracking For Customer: Customer ke phone par bhi live dikhta hai: 'Verification Pending -&gt; Cooking -&gt; Served'.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Stock &amp; Price Control: 5 Second Me Rate Badlo Ya Sold Out Karo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🍲 Restaurant Owner Ko Kisi Ke Aage Haath Nahi Phailana Padega!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1-Click 'In Stock' / 'Sold Out' Toggle: Shaam ko Paneer Tikka ya Dal Makhani khatam ho gayi? 1 click me 'Sold Out' mark karo. Customer mang hi nahi payega, naraz hone ka sawal hi nahi!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Instant Rate Edit (No Printing Cost): Sabzi, tel, butter ya paneer mehenga hua? Admin portal kholo, 5 second me rate update karo. Sabhi rooftop table ke QR me turant naya rate chalega.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Vinayaka Restaurant Ka Pura Menu Pre-Loaded: Starters, Rooftop Lounge Specials, Tandoori Platters, Paneer Gravy, Chinese, Breads &amp; Desserts - saari dishes pre-seeded hain HD photos ke sath.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Chef's Special &amp; Pure Veg Badges: Aapki special dishes par 'Chef Special ⭐' badge dikhta hai jisse grahak zyada profitable dishes order karte hain.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Daily Sales &amp; Cost Hisaab: Raat Ko Kacchi Parchi Jodne Ki Chhutti!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📊 Total Daily Sale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Aaj kitne rupaye ka dhandha hua, 1 click me live gross total dekhein.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🔢 Completed vs Cancelled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Kitne order complete hue aur kitne reject hue, pura record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🏆 Best-Selling Dishes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Kaunsi dish sabse zyada biki, taaki agle din wahi taaza mangwaya jaye.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🖨️ 1-Click Print &amp; PDF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Raat ko 1-click me poore din ka hisaab receipt printer ya PDF me download karein.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46888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📈 Chori aur Gaban Par 100% Rok (Complete Transparency)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Har Order Ka Digital Number: Har order ka Order-ID hota hai. Staff bina bill dikhaye jeb me paisa nahi rakh sakta.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Owner Chahe Restaurant Me Na Ho: Owner apne ghar ya gaadi me baithkar bhi apne mobile par live dekh sakta hai ki restaurant me abhi kitni sale chal rahi hai!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Tariq-Wise (Calendar) History: 1 mahina ya 6 mahine purana kisi bhi din ka hisaab 1 click me nikal sakte hain.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Grahakon Ka Mobile Database: Holi, Diwali &amp; Sunday Offers Bhejo!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📱 Offline Restaurant Ka Sabse Bada Khazana: Grahak Ka Phone Number!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Auto-Save Customer Database: Har bar jab family order karti hai, unka Naam aur Mobile Number database me jud jata hai. 2 mahine me aapke paas 500-1,000 local parivaron ka data hoga.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Diwali / New Year Festive Campaigns: Tyohar par sabhi grahakon ko 1 click me WhatsApp message bhejo: 'Vinayaka Restaurant (Rooftop &amp; Lounge) me Rooftop Special Paneer par 10% discount'.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Repeat Footfall (Wapas Bulao): Jo grahak 1 mahine se nahi aaya, use automatically 'We Miss You' message bhejkar wapas attract karo.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Zero Marketing Cost: Paper pamphlet chhapwana aur batwana band. Sidha grahak ke WhatsApp par direct promotion!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Ke Liye 2 Aasan Aur Kifayati Pricing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E16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⭐ PLAN 1: One-Time Full Setup (Best)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₹12,000 - ₹15,000 (Ek Baar Me Pura Deal)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Pura System Setup &amp; Dishes Pre-Loaded Live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Sabhi Rooftop Tables Ke QR Standee Printable PDF Files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1 Pura Saal Cloud Server &amp; Hosting FREE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Waiter &amp; Staff Ki Complete Training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24/7 Peak Hours Emergency Support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Next Year Se: Sirf ₹2,500/Saal Server Renewal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E16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DE68A"/>
                </a:solidFill>
              </a:defRPr>
            </a:pPr>
            <a:r>
              <a:t>💡 PLAN 2: Low-Budget Monthly AMC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₹999 / Mahina (Sirf ₹33/Din - Ek Chai Barabar!)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Chhota One-time Setup: Sirf ₹4,999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Monthly ₹999 Me Cloud Server &amp; Uptime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Database Cloud Backup 24/7 Surakshit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Emergency Bug Fix &amp; Support Included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Jab Chahe Band Ya Renew Kar Sakte Hain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Owner Ki Jeb Par Shuru Me Koi Bojh Nahi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VINAYAKA RESTAURANT (ROOFTOP &amp; LOUNGE)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Aage Ka Kadam: Sirf 24 Ghante Me Restaurant Live Karein!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🚀 Implementation Plan (Bina Kisi Rukawat Ke Shuru Karein)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Table Standees Printing: Vinayaka Restaurant (Rooftop &amp; Lounge) ke premium acrylic table QR standees taiyar karke tables par lagana.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1 - 15 Minute Staff Training: Waiter aur counter staff ko 15 minute me samjhana (system itna aasan hai ki koi bhi 5 minute me seekh jata hai).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Live Launch &amp; Trial: Same day dinner rush me system chalu karna aur pehle din se hi table turnover aur bachat ka asar dekhna.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Ongoing Tech Support: Hum back-end par 24/7 active rahenge taaki restaurant ka kaam bilkul makhhan ki tarah chalta rahe.</a:t>
            </a:r>
          </a:p>
        </p:txBody>
      </p:sp>
    </p:spTree>
  </p:cSld>
  <p:clrMapOvr>
    <a:masterClrMapping/>
  </p:clrMapOvr>
  <p:transition spd="med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